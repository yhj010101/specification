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8758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E37FD-2290-C425-9A63-F1978150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D8F463-70B3-A93E-5F5A-DFE69AA86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5EC2CF-9D71-9BE6-0C4C-46DDCD3DF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492E0-FAE6-E154-49A9-00B2FB7B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1C0B12-E240-029D-7D4C-79AEA340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29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873E6-EBD3-B508-31B5-273950F3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9AEE8-0421-4921-11E3-F87099C85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0FE35-2308-B558-47E4-7FC5E105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75ECB9-E7AA-05F6-B5B1-4A6224DF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1DDBF-AD32-9997-A416-D06E149C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33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4A12E-B798-A429-6A67-C636A819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623AC7-3EAC-BD97-6984-0AC2231DC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4F911-6593-0310-8076-370BF507E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6A441-8C72-D180-9871-193C8AC9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7DFF1-24F6-A9AC-E192-1B90FA93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0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77A032-1A87-7FC9-DBEB-D1987ECE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268B2A-3606-5DBB-9E3A-27C320EBB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09643F-C61B-4AA6-B25D-9B2705662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8C212E-FF46-663D-434A-82BE35DB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53A0C4-5DC4-5473-1DCE-DE7A8C5EE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7EFAB7-525D-86D3-7329-ACCC1AB7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188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D1E691-A78F-1D27-A4CD-127B1F2E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AE31F9-8DA1-9AB0-CC06-2034443FE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5B26922-D7B2-B079-91F1-C09CC9715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F67D71-9E26-73E0-C83F-8838D45D0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FCE752-06E0-00A2-CC32-06E61C46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E9754D1-7E24-5847-5F49-83CBCE26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72B0E8-7DC8-7EA4-C59F-87EADDF1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BC26AC-27E3-D23E-0B4B-C66AF44B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4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BFF14-18D0-E33D-45B0-073BFF46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C50397-2686-880D-6005-813ACAA55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610087-22A9-3244-0BD7-FC37A06F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A5C567-3862-DB3F-0CD1-A35ADD44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914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0AD10C-4D59-AFE6-78B9-FDD2D1A76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315B03-83C6-E485-1361-60F9C30B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44823D-52F4-679F-2C2B-B80251A1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08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DDD85-9AC6-5590-CBC7-05FE4D8C6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768408-CDA9-AD40-7EB2-5D0ECB82C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666126-E45B-4C8A-415B-0474FE72F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3FD223-440B-DE68-BDA9-6999CAB46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A190D8-6732-A1DA-97C0-45C7A722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2FAA49-1CF7-3742-53E7-5602B587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034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1E9E9-78AE-B737-8153-249677730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84B67A-B096-6865-3679-B636CC045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B6AD8D-EDB3-2159-8E18-0836104F5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CA403D-6633-75B0-6048-1636DDB41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F20AC9-61C6-BFE4-2F8D-3CB5E80B6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A9D570-40C5-448F-B0A9-92B93DC7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09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2D5E-6751-37CB-21B1-4172A7AA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A01F66-5D80-E617-1BB4-B59E0D3C2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ED0F18-B1B3-BA47-95D5-8941497E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03D2DE-4022-DEB2-B86C-24F5B48AC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DB4C5E-FCC3-2294-953F-70E0C149A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55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66F5FA-BA75-3860-9961-A8D099A4F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410A1A-0D56-0EE2-2CFE-076A8C555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9CE13-1E76-4BCC-D00D-3BF53CA6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249AB0-495D-11BA-EF49-5823D9A59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208C3-EC13-B8B4-D4FE-FB72115E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64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596A7F3-722D-B435-8F0F-52B5BCC1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1CB3C4-7BBE-4A94-F922-C8FED51C7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C714B-CABC-E5EC-5A12-0435F6EEC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D11E1-C92B-4390-8AF2-A238CA0FEC48}" type="datetimeFigureOut">
              <a:rPr lang="ko-KR" altLang="en-US" smtClean="0"/>
              <a:t>2025-11-11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1C1BAC-44F6-3482-43DB-DF2D287CA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020C0C-B084-C325-2EDA-7ECAE3754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19DB7E-03F5-4463-8203-65A297EC3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84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F1E1C5FE-60F7-0A66-E69E-8677ECD25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9520" y="3942783"/>
            <a:ext cx="2507811" cy="250781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368A6C-8DDD-7775-1031-626E7DF17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643" y="525102"/>
            <a:ext cx="11762714" cy="4780230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dirty="0"/>
              <a:t>셀프 정비 손님 외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타이어 공기압 충전 사용 시 </a:t>
            </a:r>
            <a:br>
              <a:rPr lang="en-US" altLang="ko-KR" dirty="0"/>
            </a:br>
            <a:r>
              <a:rPr lang="ko-KR" altLang="en-US" sz="8000" b="1" dirty="0"/>
              <a:t>현금 </a:t>
            </a:r>
            <a:r>
              <a:rPr lang="en-US" altLang="ko-KR" sz="8000" b="1" dirty="0"/>
              <a:t>1000</a:t>
            </a:r>
            <a:r>
              <a:rPr lang="ko-KR" altLang="en-US" sz="8000" b="1" dirty="0"/>
              <a:t>원</a:t>
            </a:r>
            <a:br>
              <a:rPr lang="en-US" altLang="ko-KR" sz="7300" b="1" dirty="0"/>
            </a:br>
            <a:br>
              <a:rPr lang="en-US" altLang="ko-KR" sz="7300" b="1" dirty="0"/>
            </a:br>
            <a:br>
              <a:rPr lang="en-US" altLang="ko-KR" sz="7300" b="1" dirty="0"/>
            </a:br>
            <a:r>
              <a:rPr lang="ko-KR" altLang="en-US" sz="5400" dirty="0"/>
              <a:t>모인 금액은 불우이웃에 기부합니다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58D4FED-4FBE-0CA0-AFB0-569638219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489" y="1916505"/>
            <a:ext cx="1762031" cy="1762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3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22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셀프 정비 손님 외,  타이어 공기압 충전 사용 시  현금 1000원   모인 금액은 불우이웃에 기부합니다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BTS 메인</dc:creator>
  <cp:lastModifiedBy>BTS 메인</cp:lastModifiedBy>
  <cp:revision>1</cp:revision>
  <cp:lastPrinted>2025-11-11T06:04:46Z</cp:lastPrinted>
  <dcterms:created xsi:type="dcterms:W3CDTF">2025-11-10T11:08:50Z</dcterms:created>
  <dcterms:modified xsi:type="dcterms:W3CDTF">2025-11-11T06:30:18Z</dcterms:modified>
</cp:coreProperties>
</file>